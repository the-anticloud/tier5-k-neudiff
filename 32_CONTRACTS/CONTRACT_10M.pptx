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$10,000,000 — K Neudiff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Neudiff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+ white-label rights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$10,000,000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 + white-label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