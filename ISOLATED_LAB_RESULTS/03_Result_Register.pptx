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google/neural-tangents |</a:t>
            </a:r>
          </a:p>
          <a:p>
            <a:r>
              <a:t>| Commit | c17e770bb74f1771da7be4a69fabfa68b6078960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8.52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K_NEUDIFF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